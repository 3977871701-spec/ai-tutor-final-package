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学院嵌入公众号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C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AI辅导员系统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A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——智能对话 · 文件检索 · 办事指引——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2743200" cy="1828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86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项目介绍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在学院公众号中嵌入智能客服板块，学生通过对话即可获取学校文件和办事流程，AI辅导员解答基础问题，复杂问题自动转接相关老师。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6517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265176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14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⏰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7×24小时服务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随时响应学生问题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无需等待排队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26517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377440"/>
            <a:ext cx="265176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514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📋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42900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精准办事指引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基于学校真实文件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流程准确可靠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26517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377440"/>
            <a:ext cx="265176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514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👨‍🏫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6364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智能转接人工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复杂问题无缝对接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老师快速介入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 微信公众号对话框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BBDE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 接入层（消息接入 &amp; 用户鉴权）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777240"/>
          </a:xfrm>
          <a:prstGeom prst="rect">
            <a:avLst/>
          </a:prstGeom>
          <a:solidFill>
            <a:srgbClr val="1565C0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 AI辅导员内核（RAG知识库 · 意图识别 · 对话管理）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E8EAF6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 知识库（学校文件PDF / Word / 办事流程）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E0E0E0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  转接层（老师通讯录 · 工单系统）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1691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468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▼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支持业务场景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8745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 奖助学金申请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国家助学金申请流程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奖学金评定标准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材料清单与时间节点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18745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 宿舍相关办理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调换宿舍申请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退宿办理流程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申请住宿/床位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54864" cy="18745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消三比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三比达标标准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申请流程与审核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结果查询方式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63240"/>
            <a:ext cx="54864" cy="18745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 其他校园事务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学籍证明办理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成绩单打印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请假与离校手续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界面原型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0" y="960120"/>
            <a:ext cx="3474720" cy="4023360"/>
          </a:xfrm>
          <a:prstGeom prst="rect">
            <a:avLst/>
          </a:prstGeom>
          <a:solidFill>
            <a:srgbClr val="263238"/>
          </a:solidFill>
          <a:ln w="25400">
            <a:solidFill>
              <a:srgbClr val="3747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143000"/>
            <a:ext cx="3291840" cy="3703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2651760" y="1143000"/>
            <a:ext cx="32918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🏫 学院智能辅导员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24912" y="1691640"/>
            <a:ext cx="2560320" cy="82296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98064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同学你好，我是AI辅导员！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可以帮你查询：奖助学金、宿舍、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消三比等校园事务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24528" y="2606040"/>
            <a:ext cx="155448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如何申请奖学金？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24912" y="3108960"/>
            <a:ext cx="2834640" cy="100584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3154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奖学金申请流程：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符合评定条件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填写申请表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辅导员审核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公示后发放奖金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24912" y="4206240"/>
            <a:ext cx="740664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2724912" y="420624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奖助学金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57016" y="4206240"/>
            <a:ext cx="740664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557016" y="420624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宿舍办理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4206240"/>
            <a:ext cx="740664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420624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21224" y="4206240"/>
            <a:ext cx="740664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5221224" y="420624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24912" y="4663440"/>
            <a:ext cx="3145536" cy="347472"/>
          </a:xfrm>
          <a:prstGeom prst="rect">
            <a:avLst/>
          </a:prstGeom>
          <a:solidFill>
            <a:srgbClr val="EEEEEE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466344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请输入您的问题...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50408" y="46634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1188720"/>
            <a:ext cx="24688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234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公众号对话入口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学生直接发起对话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135331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CC1"/>
                </a:solidFill>
              </a:rPr>
              <a:t>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2011680"/>
            <a:ext cx="24688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AI自动识别意图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精准匹配知识库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17627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CC1"/>
                </a:solidFill>
              </a:rPr>
              <a:t>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2834640"/>
            <a:ext cx="24688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回复详细办事流程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支持推送文件链接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29992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CC1"/>
                </a:solidFill>
              </a:rPr>
              <a:t>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657600"/>
            <a:ext cx="24688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复杂问题转人工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推送老师联系方式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382219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CC1"/>
                </a:solidFill>
              </a:rPr>
              <a:t>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5740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057400" cy="566928"/>
          </a:xfrm>
          <a:prstGeom prst="rect">
            <a:avLst/>
          </a:prstGeom>
          <a:solidFill>
            <a:srgbClr val="E3F2FD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2057400" cy="566928"/>
          </a:xfrm>
          <a:prstGeom prst="rect">
            <a:avLst/>
          </a:prstGeom>
          <a:solidFill>
            <a:srgbClr val="BBDEFB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585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消息中间件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16936"/>
            <a:ext cx="20574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1693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负载均衡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005840"/>
            <a:ext cx="205740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1600200"/>
            <a:ext cx="2057400" cy="566928"/>
          </a:xfrm>
          <a:prstGeom prst="rect">
            <a:avLst/>
          </a:prstGeom>
          <a:solidFill>
            <a:srgbClr val="E3F2FD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258568"/>
            <a:ext cx="2057400" cy="566928"/>
          </a:xfrm>
          <a:prstGeom prst="rect">
            <a:avLst/>
          </a:prstGeom>
          <a:solidFill>
            <a:srgbClr val="BBDEFB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2585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RAG检索增强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2916936"/>
            <a:ext cx="20574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91693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意图识别引擎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205740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600200"/>
            <a:ext cx="2057400" cy="566928"/>
          </a:xfrm>
          <a:prstGeom prst="rect">
            <a:avLst/>
          </a:prstGeom>
          <a:solidFill>
            <a:srgbClr val="E3F2FD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PDF/Word解析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58568"/>
            <a:ext cx="2057400" cy="566928"/>
          </a:xfrm>
          <a:prstGeom prst="rect">
            <a:avLst/>
          </a:prstGeom>
          <a:solidFill>
            <a:srgbClr val="BBDEFB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2585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知识图谱构建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16936"/>
            <a:ext cx="20574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1693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1005840"/>
            <a:ext cx="205740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1600200"/>
            <a:ext cx="2057400" cy="566928"/>
          </a:xfrm>
          <a:prstGeom prst="rect">
            <a:avLst/>
          </a:prstGeom>
          <a:solidFill>
            <a:srgbClr val="E3F2FD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工单管理系统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2258568"/>
            <a:ext cx="2057400" cy="566928"/>
          </a:xfrm>
          <a:prstGeom prst="rect">
            <a:avLst/>
          </a:prstGeom>
          <a:solidFill>
            <a:srgbClr val="BBDEFB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2585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老师通讯录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2916936"/>
            <a:ext cx="20574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91693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消息推送服务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技术亮点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RAG检索确保答案来源于学校真实文件 · 大模型理解学生自然语言提问 · 意图识别准确分流 · 7×24小时低成本运营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学生对话流程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14300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01168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20116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学生发起对话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在公众号输入问题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188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46E7A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60320" y="1920240"/>
            <a:ext cx="201168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920240"/>
            <a:ext cx="20116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AI意图识别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判断问题类型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1188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46E7A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40680" y="1143000"/>
            <a:ext cx="640080" cy="640080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201168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920240"/>
            <a:ext cx="201168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知识库检索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匹配相关文件流程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1188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46E7A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635240" y="1143000"/>
            <a:ext cx="640080" cy="640080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949440" y="1920240"/>
            <a:ext cx="201168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1920240"/>
            <a:ext cx="201168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AI解答/转人工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简单问题直接回复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复杂问题推送老师联系方式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749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简单问题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420624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148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直接回复办事流程与文件链接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0" y="3749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4114800"/>
            <a:ext cx="4206240" cy="5943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1148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推送老师姓名+电话+工单记录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项目价值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658368"/>
          </a:xfrm>
          <a:prstGeom prst="rect">
            <a:avLst/>
          </a:prstGeom>
          <a:solidFill>
            <a:srgbClr val="2835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🕐   7×24小时AI值班，学生随问随答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76272"/>
            <a:ext cx="7315200" cy="658368"/>
          </a:xfrm>
          <a:prstGeom prst="rect">
            <a:avLst/>
          </a:prstGeom>
          <a:solidFill>
            <a:srgbClr val="283593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7627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📎   打通学校文件库，回复精准有据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980944"/>
            <a:ext cx="7315200" cy="658368"/>
          </a:xfrm>
          <a:prstGeom prst="rect">
            <a:avLst/>
          </a:prstGeom>
          <a:solidFill>
            <a:srgbClr val="283593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8094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  复杂问题自动转接，释放老师精力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785616"/>
            <a:ext cx="7315200" cy="658368"/>
          </a:xfrm>
          <a:prstGeom prst="rect">
            <a:avLst/>
          </a:prstGeom>
          <a:solidFill>
            <a:srgbClr val="283593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8561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  对话数据留存，持续优化服务质量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4663440"/>
            <a:ext cx="2743200" cy="1828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86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学院嵌入公众号AI辅导员系统</dc:title>
  <dc:subject>PptxGenJS Presentation</dc:subject>
  <dc:creator>AI System</dc:creator>
  <cp:lastModifiedBy>AI System</cp:lastModifiedBy>
  <cp:revision>1</cp:revision>
  <dcterms:created xsi:type="dcterms:W3CDTF">2026-04-23T07:03:51Z</dcterms:created>
  <dcterms:modified xsi:type="dcterms:W3CDTF">2026-04-23T07:03:51Z</dcterms:modified>
</cp:coreProperties>
</file>